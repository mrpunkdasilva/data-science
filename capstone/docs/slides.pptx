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greet the audience and give the one-sentence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~28 min. The live demo is the centerpiece (~8 min). Concept slides
are short and can be skimmed if you are running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"Verbere" = one numbered normative statement with type, body,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learned from data, not designed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learning: we reuse a model pre-trained on a huge general corpus
instead of training our own from scratch. That is why 1058 documents are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HNSW = Hierarchical Navigable Small World. It trades a tiny bit of accuracy
for a huge speed-up, which is standard for large vector collections.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dashboard. Keep talking while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Caveat: the 2D picture is a lossy projection; distances are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Heuristic: 625 completo, 405 cancelado, 26 curto, 2 duplicado.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hits: precedente_106 (1.00), precedente_63 (0.95), precedente_107 (0.94).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follow; use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TST Jurisprudence Explorer</dc:title>
  <dc:subject>PptxGenJS Presentation</dc:subject>
  <dc:creator>Created by Marp</dc:creator>
  <cp:lastModifiedBy>Created by Marp</cp:lastModifiedBy>
  <cp:revision>1</cp:revision>
  <dcterms:created xsi:type="dcterms:W3CDTF">2026-10-17T05:43:39Z</dcterms:created>
  <dcterms:modified xsi:type="dcterms:W3CDTF">2026-10-17T05:43:39Z</dcterms:modified>
</cp:coreProperties>
</file>